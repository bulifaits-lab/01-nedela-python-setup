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68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0EBAA-A238-1C69-67C3-2D9D6DAAD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A8459A-824B-D9E7-D0B5-33119024C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C9820-2C97-305B-A430-67299C35D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031D8-ADF8-4F72-AECB-747BAEA94A9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0753F-23C2-596B-02B2-CCF6E272D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CB472-C2C0-A4AB-B019-9C5D13E1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13351-7EC0-4499-96AE-5BCDFA6F0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880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E11BE-705B-70E5-C935-93ED0E5A1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4DEED-0B2D-6C23-9C4C-2E7C51F79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83586-3BEB-20C1-239A-46143DB73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031D8-ADF8-4F72-AECB-747BAEA94A9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78ECD-7242-7714-CB9E-A9C27E6DD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2E088-51CF-7170-DAEC-50C4A8F4E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13351-7EC0-4499-96AE-5BCDFA6F0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589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61E4F-9DB6-173E-53CA-5E95C68C6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6503-851C-D565-5CB1-1B995CB64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1A9C5-35E8-8EF1-DFFE-B2538728B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031D8-ADF8-4F72-AECB-747BAEA94A9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DC083-AC21-913C-FBEB-017C49626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91FE9-8B4A-881F-F7BE-DF7F7728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13351-7EC0-4499-96AE-5BCDFA6F0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75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DAD15-325A-8DFC-2520-E894D401A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0C40C-C8AB-D661-800F-07D0C4D31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53B37-3F8A-C758-DB22-592CFD657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E0C34-115C-7404-E523-202AE0E29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031D8-ADF8-4F72-AECB-747BAEA94A9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5C9CF-E752-8377-074C-BF818A04F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22C2C-0633-32DA-142C-AC78EE6E1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13351-7EC0-4499-96AE-5BCDFA6F0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926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5FD58-9824-C331-B3D9-3109B4765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61085-94C7-7AAF-237A-BC886FCB1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BF3DEB-BBE1-BF0A-7E3D-CD3D27E3B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3100B2-F7A6-1F3D-A411-245ADBE695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1B892E-35D3-5A07-01E4-E4A0101D47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298F9C-FCD9-865D-9378-38F9D4765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031D8-ADF8-4F72-AECB-747BAEA94A9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ECDAF9-4A3F-9AF6-B3C4-362F46F39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EC46DB-9451-E755-0A41-C41DCD283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13351-7EC0-4499-96AE-5BCDFA6F0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344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20B8E-1E18-7601-0112-CB5043234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118CC0-6771-6252-A31D-7B0C8F68B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031D8-ADF8-4F72-AECB-747BAEA94A9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AA47A-139C-EA6D-831C-E3EC47A11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41BF5-853E-3636-8E73-383154A6E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13351-7EC0-4499-96AE-5BCDFA6F0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5B90C1-5F03-DF6A-4F6D-0587D7DA6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031D8-ADF8-4F72-AECB-747BAEA94A9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1C574C-2E97-B641-0A96-E229F6E11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E1C28-32B2-83A0-FAA7-63AD8C127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13351-7EC0-4499-96AE-5BCDFA6F0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51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EBE12-CD32-559E-737B-5EDC58D85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76BC8-BAC1-E508-A941-7F4644904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908C01-CB27-6736-988B-D69EB3EDE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9292B-531E-CFE0-38F8-548D31C76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031D8-ADF8-4F72-AECB-747BAEA94A9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01026-D53C-6035-9871-F1CB2D8E3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38840-6EF2-0169-B00E-6ABD6CAF4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13351-7EC0-4499-96AE-5BCDFA6F0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0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E6BC6-BE6E-4E29-0A5A-CF3C75BC8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2CE791-9F05-BE60-D276-DC61CD48C9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745C49-43A5-ACC0-170D-EE5958F3A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5A0962-CDD5-5122-4028-19C3D2F23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031D8-ADF8-4F72-AECB-747BAEA94A9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F86599-68B1-DDBD-DD88-75DA8535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56864C-735B-5FC1-B7AD-7B9D78FB5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13351-7EC0-4499-96AE-5BCDFA6F0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070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10AD8-4996-BD64-772E-D7FDE6878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7066CB-FDDA-CDDC-4AF4-3A03CA5ED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A864B-98EC-153F-ED93-D1E2381E5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031D8-ADF8-4F72-AECB-747BAEA94A9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D4679-573D-3879-6D45-C1AA2B422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02814-AEB9-4152-EA4F-6CE2B8933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13351-7EC0-4499-96AE-5BCDFA6F0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09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5D7216-95F8-9704-8D7E-309D028815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669CF7-030C-2E82-DFBA-7E1C0F978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641F5-0C84-93CF-E656-E6340E8BA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031D8-ADF8-4F72-AECB-747BAEA94A9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C5F85-BAE6-C9FD-EE26-AA87BEEBC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2E1AF-DFF0-64CA-A373-95A6F0EE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13351-7EC0-4499-96AE-5BCDFA6F0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638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DA808F-E81E-CE69-C9B6-3A98269F6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7176A-FB19-80A0-82E6-35B50CC78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C2658-575F-25C7-333D-F44BBBE01F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031D8-ADF8-4F72-AECB-747BAEA94A9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8C713-F1A1-7B7B-3CA5-3CCC81DA4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3FC52-80A1-F3DD-91D7-2AABCD975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13351-7EC0-4499-96AE-5BCDFA6F0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83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E793090-87C0-A972-12E2-76F0BF98FD52}"/>
              </a:ext>
            </a:extLst>
          </p:cNvPr>
          <p:cNvSpPr/>
          <p:nvPr/>
        </p:nvSpPr>
        <p:spPr>
          <a:xfrm>
            <a:off x="4499429" y="391886"/>
            <a:ext cx="2177142" cy="6096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lv-LV" dirty="0"/>
              <a:t>Sākums</a:t>
            </a:r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93B8DD-D55B-9309-F285-C2D0C5626C86}"/>
              </a:ext>
            </a:extLst>
          </p:cNvPr>
          <p:cNvCxnSpPr>
            <a:stCxn id="4" idx="4"/>
          </p:cNvCxnSpPr>
          <p:nvPr/>
        </p:nvCxnSpPr>
        <p:spPr>
          <a:xfrm flipH="1">
            <a:off x="5586984" y="1001486"/>
            <a:ext cx="1016" cy="278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31C1330-4E70-FACD-884B-8ACF2634538F}"/>
              </a:ext>
            </a:extLst>
          </p:cNvPr>
          <p:cNvSpPr/>
          <p:nvPr/>
        </p:nvSpPr>
        <p:spPr>
          <a:xfrm>
            <a:off x="4700016" y="1280160"/>
            <a:ext cx="1975538" cy="92354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lv-LV" dirty="0"/>
              <a:t>Paņemt 2 maizes šķēles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9DC28F-99B9-B8A1-2100-B899649C5DCB}"/>
              </a:ext>
            </a:extLst>
          </p:cNvPr>
          <p:cNvCxnSpPr>
            <a:stCxn id="7" idx="4"/>
          </p:cNvCxnSpPr>
          <p:nvPr/>
        </p:nvCxnSpPr>
        <p:spPr>
          <a:xfrm flipH="1">
            <a:off x="5687568" y="2203704"/>
            <a:ext cx="217" cy="484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9585AC2C-D3E4-E597-F250-220DF249930C}"/>
              </a:ext>
            </a:extLst>
          </p:cNvPr>
          <p:cNvSpPr/>
          <p:nvPr/>
        </p:nvSpPr>
        <p:spPr>
          <a:xfrm>
            <a:off x="4700016" y="2660904"/>
            <a:ext cx="2048256" cy="6096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lv-LV" dirty="0"/>
              <a:t>Vai maize jāgrauzdē?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BE67A77-1240-254B-D17A-576D24EA48DA}"/>
              </a:ext>
            </a:extLst>
          </p:cNvPr>
          <p:cNvCxnSpPr>
            <a:stCxn id="10" idx="2"/>
          </p:cNvCxnSpPr>
          <p:nvPr/>
        </p:nvCxnSpPr>
        <p:spPr>
          <a:xfrm flipH="1" flipV="1">
            <a:off x="4078224" y="2944368"/>
            <a:ext cx="621792" cy="21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3641634-BC71-DDD7-1DF4-F6AC611FD48F}"/>
              </a:ext>
            </a:extLst>
          </p:cNvPr>
          <p:cNvCxnSpPr>
            <a:stCxn id="10" idx="6"/>
          </p:cNvCxnSpPr>
          <p:nvPr/>
        </p:nvCxnSpPr>
        <p:spPr>
          <a:xfrm>
            <a:off x="6748272" y="2965704"/>
            <a:ext cx="7955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0DBC6558-3AB7-920B-2BFC-83831CAA1C9F}"/>
              </a:ext>
            </a:extLst>
          </p:cNvPr>
          <p:cNvSpPr/>
          <p:nvPr/>
        </p:nvSpPr>
        <p:spPr>
          <a:xfrm>
            <a:off x="2240570" y="2955036"/>
            <a:ext cx="2048256" cy="6096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lv-LV" dirty="0"/>
              <a:t>Ieliec maizi tosteri</a:t>
            </a:r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6E700BA-E3DD-164A-9330-286A93223B26}"/>
              </a:ext>
            </a:extLst>
          </p:cNvPr>
          <p:cNvSpPr/>
          <p:nvPr/>
        </p:nvSpPr>
        <p:spPr>
          <a:xfrm>
            <a:off x="2240570" y="3827550"/>
            <a:ext cx="2048256" cy="6096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lv-LV" dirty="0"/>
              <a:t>Gaidīt līdz gatava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53457D-5503-9943-8D09-E5380004D9D7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>
            <a:off x="3264698" y="3564636"/>
            <a:ext cx="0" cy="262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FB0D2559-F66D-391C-A103-FDF616417562}"/>
              </a:ext>
            </a:extLst>
          </p:cNvPr>
          <p:cNvSpPr/>
          <p:nvPr/>
        </p:nvSpPr>
        <p:spPr>
          <a:xfrm>
            <a:off x="7543799" y="2688335"/>
            <a:ext cx="2543629" cy="81861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lv-LV" dirty="0"/>
              <a:t>1.Šķēle zsmērē sviestu vai mērci</a:t>
            </a:r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9E92E15-33E8-B751-55AD-5335BB1E925C}"/>
              </a:ext>
            </a:extLst>
          </p:cNvPr>
          <p:cNvSpPr/>
          <p:nvPr/>
        </p:nvSpPr>
        <p:spPr>
          <a:xfrm>
            <a:off x="9448800" y="4437150"/>
            <a:ext cx="1393371" cy="74445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lv-LV" dirty="0"/>
              <a:t>beigas</a:t>
            </a:r>
            <a:endParaRPr lang="en-US" dirty="0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2F0A2FB2-3444-8367-736B-1A9E6610C83C}"/>
              </a:ext>
            </a:extLst>
          </p:cNvPr>
          <p:cNvCxnSpPr>
            <a:cxnSpLocks/>
            <a:stCxn id="21" idx="3"/>
          </p:cNvCxnSpPr>
          <p:nvPr/>
        </p:nvCxnSpPr>
        <p:spPr>
          <a:xfrm rot="5400000">
            <a:off x="7299058" y="3403211"/>
            <a:ext cx="633390" cy="60110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4706766B-43E0-813B-B577-5F395A2E1270}"/>
              </a:ext>
            </a:extLst>
          </p:cNvPr>
          <p:cNvSpPr/>
          <p:nvPr/>
        </p:nvSpPr>
        <p:spPr>
          <a:xfrm>
            <a:off x="6748272" y="4020458"/>
            <a:ext cx="1568414" cy="6095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lv-LV" dirty="0"/>
              <a:t>Uzliec sieru</a:t>
            </a:r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5C8871C-AAED-AEF8-DF38-4BD7C4719901}"/>
              </a:ext>
            </a:extLst>
          </p:cNvPr>
          <p:cNvSpPr/>
          <p:nvPr/>
        </p:nvSpPr>
        <p:spPr>
          <a:xfrm>
            <a:off x="5334000" y="5641401"/>
            <a:ext cx="1524000" cy="86184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lv-LV" dirty="0"/>
              <a:t>Otru šķēli pa virsu</a:t>
            </a:r>
            <a:endParaRPr lang="en-US" dirty="0"/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AC0979FF-F4C6-37F3-AF46-9C9459C455AA}"/>
              </a:ext>
            </a:extLst>
          </p:cNvPr>
          <p:cNvCxnSpPr>
            <a:cxnSpLocks/>
          </p:cNvCxnSpPr>
          <p:nvPr/>
        </p:nvCxnSpPr>
        <p:spPr>
          <a:xfrm flipV="1">
            <a:off x="4288826" y="3374365"/>
            <a:ext cx="3254974" cy="8618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606B1B8F-F3A4-47DC-DC49-B8E28D8ECAAD}"/>
              </a:ext>
            </a:extLst>
          </p:cNvPr>
          <p:cNvCxnSpPr>
            <a:endCxn id="24" idx="3"/>
          </p:cNvCxnSpPr>
          <p:nvPr/>
        </p:nvCxnSpPr>
        <p:spPr>
          <a:xfrm flipV="1">
            <a:off x="7146036" y="5072578"/>
            <a:ext cx="2506818" cy="2251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2AEC630-7C24-DF4F-FBA0-58A748AA9E50}"/>
              </a:ext>
            </a:extLst>
          </p:cNvPr>
          <p:cNvSpPr txBox="1"/>
          <p:nvPr/>
        </p:nvSpPr>
        <p:spPr>
          <a:xfrm>
            <a:off x="4078224" y="2660904"/>
            <a:ext cx="42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dirty="0"/>
              <a:t>Jā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8A0F0E-F542-22A5-E3AA-D2DD1E523E6D}"/>
              </a:ext>
            </a:extLst>
          </p:cNvPr>
          <p:cNvSpPr txBox="1"/>
          <p:nvPr/>
        </p:nvSpPr>
        <p:spPr>
          <a:xfrm>
            <a:off x="6675554" y="2660904"/>
            <a:ext cx="470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dirty="0"/>
              <a:t>Nē</a:t>
            </a:r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254378D-D0B8-9B74-473B-E1224705618C}"/>
              </a:ext>
            </a:extLst>
          </p:cNvPr>
          <p:cNvSpPr/>
          <p:nvPr/>
        </p:nvSpPr>
        <p:spPr>
          <a:xfrm>
            <a:off x="5868049" y="4830928"/>
            <a:ext cx="2048256" cy="6096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lv-LV" dirty="0"/>
              <a:t>Vai vajag otru šķēli</a:t>
            </a:r>
            <a:endParaRPr lang="en-US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21A9CA2-D9CA-9969-18E4-5F34893821A0}"/>
              </a:ext>
            </a:extLst>
          </p:cNvPr>
          <p:cNvCxnSpPr>
            <a:endCxn id="39" idx="0"/>
          </p:cNvCxnSpPr>
          <p:nvPr/>
        </p:nvCxnSpPr>
        <p:spPr>
          <a:xfrm flipH="1">
            <a:off x="6892177" y="4437150"/>
            <a:ext cx="18509" cy="393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49F9BC4-EFE8-2C8D-05F2-EAF6751DD388}"/>
              </a:ext>
            </a:extLst>
          </p:cNvPr>
          <p:cNvSpPr txBox="1"/>
          <p:nvPr/>
        </p:nvSpPr>
        <p:spPr>
          <a:xfrm>
            <a:off x="8055429" y="5072578"/>
            <a:ext cx="667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dirty="0"/>
              <a:t>nē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FF798D-3B32-243F-BD5D-00EE775F2D4D}"/>
              </a:ext>
            </a:extLst>
          </p:cNvPr>
          <p:cNvSpPr txBox="1"/>
          <p:nvPr/>
        </p:nvSpPr>
        <p:spPr>
          <a:xfrm>
            <a:off x="5050971" y="5072578"/>
            <a:ext cx="636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dirty="0"/>
              <a:t>jā</a:t>
            </a:r>
            <a:endParaRPr lang="en-US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0D1A0B5-261F-A133-09C8-5908EC66F829}"/>
              </a:ext>
            </a:extLst>
          </p:cNvPr>
          <p:cNvCxnSpPr>
            <a:stCxn id="39" idx="2"/>
          </p:cNvCxnSpPr>
          <p:nvPr/>
        </p:nvCxnSpPr>
        <p:spPr>
          <a:xfrm flipH="1">
            <a:off x="5334000" y="5135728"/>
            <a:ext cx="534049" cy="103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BE87BE4-8450-9B21-40E2-673F1D13380F}"/>
              </a:ext>
            </a:extLst>
          </p:cNvPr>
          <p:cNvCxnSpPr>
            <a:stCxn id="44" idx="2"/>
          </p:cNvCxnSpPr>
          <p:nvPr/>
        </p:nvCxnSpPr>
        <p:spPr>
          <a:xfrm>
            <a:off x="5369270" y="5441910"/>
            <a:ext cx="318298" cy="199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8EED3F7-EABF-E09B-17C1-3F4824E57108}"/>
              </a:ext>
            </a:extLst>
          </p:cNvPr>
          <p:cNvCxnSpPr>
            <a:stCxn id="32" idx="6"/>
          </p:cNvCxnSpPr>
          <p:nvPr/>
        </p:nvCxnSpPr>
        <p:spPr>
          <a:xfrm>
            <a:off x="6858000" y="6072324"/>
            <a:ext cx="3229428" cy="9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944F4EF-DFAF-C887-F7EF-AFF685B9B901}"/>
              </a:ext>
            </a:extLst>
          </p:cNvPr>
          <p:cNvCxnSpPr/>
          <p:nvPr/>
        </p:nvCxnSpPr>
        <p:spPr>
          <a:xfrm flipV="1">
            <a:off x="10087428" y="5135728"/>
            <a:ext cx="0" cy="936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0947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Aivars Zaviļeiskis</dc:creator>
  <cp:lastModifiedBy>Aivars Zaviļeiskis</cp:lastModifiedBy>
  <cp:revision>1</cp:revision>
  <dcterms:created xsi:type="dcterms:W3CDTF">2026-02-27T20:46:35Z</dcterms:created>
  <dcterms:modified xsi:type="dcterms:W3CDTF">2026-02-27T20:47:34Z</dcterms:modified>
</cp:coreProperties>
</file>